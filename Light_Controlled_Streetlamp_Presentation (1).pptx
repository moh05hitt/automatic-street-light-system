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Light Controlled Streetlamp</a:t>
            </a:r>
          </a:p>
        </p:txBody>
      </p:sp>
      <p:sp>
        <p:nvSpPr>
          <p:cNvPr id="3" name="Subtitle 2"/>
          <p:cNvSpPr>
            <a:spLocks noGrp="1"/>
          </p:cNvSpPr>
          <p:nvPr>
            <p:ph type="subTitle" idx="1"/>
          </p:nvPr>
        </p:nvSpPr>
        <p:spPr/>
        <p:txBody>
          <a:bodyPr/>
          <a:lstStyle/>
          <a:p>
            <a:r>
              <a:t>A Project by:</a:t>
            </a:r>
          </a:p>
          <a:p>
            <a:r>
              <a:t>Mohit Suryawanshi (23310115)</a:t>
            </a:r>
          </a:p>
          <a:p>
            <a:r>
              <a:t>Aditya Mogali (23310076)</a:t>
            </a:r>
          </a:p>
          <a:p>
            <a:r>
              <a:t>Shreyash Shetty (23310109)</a:t>
            </a:r>
          </a:p>
          <a:p>
            <a:r>
              <a:t>Under the guidance of Mr. Rahul Jadhav</a:t>
            </a:r>
          </a:p>
          <a:p>
            <a:r>
              <a:t>AISSMS Institute of Information Technology, Pune</a:t>
            </a:r>
          </a:p>
          <a:p>
            <a:r>
              <a:t>Academic Year: 2025–26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Abstract</a:t>
            </a:r>
          </a:p>
        </p:txBody>
      </p:sp>
      <p:sp>
        <p:nvSpPr>
          <p:cNvPr id="3" name="Content Placeholder 2"/>
          <p:cNvSpPr>
            <a:spLocks noGrp="1"/>
          </p:cNvSpPr>
          <p:nvPr>
            <p:ph idx="1"/>
          </p:nvPr>
        </p:nvSpPr>
        <p:spPr/>
        <p:txBody>
          <a:bodyPr/>
          <a:lstStyle/>
          <a:p>
            <a:r>
              <a:t>This project presents the design and implementation of an Automatic Light Controlled Streetlamp system using the PIC18F4550 microcontroller. The system uses an LDR sensor to detect ambient light and automatically turn ON/OFF the lamp. It conserves energy by preventing streetlights from operating during daylight.</a:t>
            </a:r>
          </a:p>
          <a:p/>
          <a:p>
            <a:r>
              <a:t>It aligns with UN Sustainable Development Goal 7 (Affordable and Clean Energy) and promotes smart, sustainable, and energy-efficient infrastructure.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Problem &amp; Motivation</a:t>
            </a:r>
          </a:p>
        </p:txBody>
      </p:sp>
      <p:sp>
        <p:nvSpPr>
          <p:cNvPr id="3" name="Content Placeholder 2"/>
          <p:cNvSpPr>
            <a:spLocks noGrp="1"/>
          </p:cNvSpPr>
          <p:nvPr>
            <p:ph idx="1"/>
          </p:nvPr>
        </p:nvSpPr>
        <p:spPr/>
        <p:txBody>
          <a:bodyPr/>
          <a:lstStyle/>
          <a:p>
            <a:r>
              <a:t>• Traditional street lighting wastes energy due to manual or fixed-timer control.</a:t>
            </a:r>
          </a:p>
          <a:p>
            <a:r>
              <a:t>• Lack of adaptability to changing light/weather conditions.</a:t>
            </a:r>
          </a:p>
          <a:p>
            <a:r>
              <a:t>• Increased maintenance and energy costs.</a:t>
            </a:r>
          </a:p>
          <a:p/>
          <a:p>
            <a:r>
              <a:t>Motivation:</a:t>
            </a:r>
          </a:p>
          <a:p>
            <a:r>
              <a:t>• Energy conservation and sustainability.</a:t>
            </a:r>
          </a:p>
          <a:p>
            <a:r>
              <a:t>• Contribution to Smart City initiatives.</a:t>
            </a:r>
          </a:p>
          <a:p>
            <a:r>
              <a:t>• Promotes environmental responsibility and economic benefits.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System Design</a:t>
            </a:r>
          </a:p>
        </p:txBody>
      </p:sp>
      <p:sp>
        <p:nvSpPr>
          <p:cNvPr id="3" name="Content Placeholder 2"/>
          <p:cNvSpPr>
            <a:spLocks noGrp="1"/>
          </p:cNvSpPr>
          <p:nvPr>
            <p:ph idx="1"/>
          </p:nvPr>
        </p:nvSpPr>
        <p:spPr/>
        <p:txBody>
          <a:bodyPr/>
          <a:lstStyle/>
          <a:p>
            <a:r>
              <a:t>Hardware Components:</a:t>
            </a:r>
          </a:p>
          <a:p>
            <a:r>
              <a:t>• PIC18F4550 Microcontroller</a:t>
            </a:r>
          </a:p>
          <a:p>
            <a:r>
              <a:t>• LDR Sensor</a:t>
            </a:r>
          </a:p>
          <a:p>
            <a:r>
              <a:t>• BC547 Transistor</a:t>
            </a:r>
          </a:p>
          <a:p>
            <a:r>
              <a:t>• Resistors (10kΩ, 1kΩ, 330Ω)</a:t>
            </a:r>
          </a:p>
          <a:p>
            <a:r>
              <a:t>• LED/Relay for load control</a:t>
            </a:r>
          </a:p>
          <a:p/>
          <a:p>
            <a:r>
              <a:t>Working Principle:</a:t>
            </a:r>
          </a:p>
          <a:p>
            <a:r>
              <a:t>• LDR senses ambient light → ADC converts signal → Microcontroller processes data.</a:t>
            </a:r>
          </a:p>
          <a:p>
            <a:r>
              <a:t>• If light intensity &lt; threshold → Streetlamp ON.</a:t>
            </a:r>
          </a:p>
          <a:p>
            <a:r>
              <a:t>• If light intensity &gt; threshold → Streetlamp OFF.</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Block Diagram &amp; Circuit</a:t>
            </a:r>
          </a:p>
        </p:txBody>
      </p:sp>
      <p:sp>
        <p:nvSpPr>
          <p:cNvPr id="3" name="Content Placeholder 2"/>
          <p:cNvSpPr>
            <a:spLocks noGrp="1"/>
          </p:cNvSpPr>
          <p:nvPr>
            <p:ph idx="1"/>
          </p:nvPr>
        </p:nvSpPr>
        <p:spPr/>
        <p:txBody>
          <a:bodyPr/>
          <a:lstStyle/>
          <a:p>
            <a:r>
              <a:t>The system consists of LDR input, PIC18F4550 processing unit, transistor switch, and output lamp.</a:t>
            </a:r>
          </a:p>
          <a:p/>
          <a:p>
            <a:r>
              <a:t>• LDR and 10kΩ resistor form voltage divider.</a:t>
            </a:r>
          </a:p>
          <a:p>
            <a:r>
              <a:t>• ADC reads analog voltage.</a:t>
            </a:r>
          </a:p>
          <a:p>
            <a:r>
              <a:t>• MCU drives transistor → lamp ON/OFF.</a:t>
            </a:r>
          </a:p>
          <a:p/>
          <a:p>
            <a:r>
              <a:t>Below: Example of system block diagram and hardware connections.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Conclusion</a:t>
            </a:r>
          </a:p>
        </p:txBody>
      </p:sp>
      <p:sp>
        <p:nvSpPr>
          <p:cNvPr id="3" name="Content Placeholder 2"/>
          <p:cNvSpPr>
            <a:spLocks noGrp="1"/>
          </p:cNvSpPr>
          <p:nvPr>
            <p:ph idx="1"/>
          </p:nvPr>
        </p:nvSpPr>
        <p:spPr/>
        <p:txBody>
          <a:bodyPr/>
          <a:lstStyle/>
          <a:p>
            <a:r>
              <a:t>The Light Controlled Streetlamp project provides an efficient and low-cost solution for automatic streetlight control.</a:t>
            </a:r>
          </a:p>
          <a:p/>
          <a:p>
            <a:r>
              <a:t>• Reduces energy consumption by 40–50%.</a:t>
            </a:r>
          </a:p>
          <a:p>
            <a:r>
              <a:t>• Promotes sustainability and automation.</a:t>
            </a:r>
          </a:p>
          <a:p>
            <a:r>
              <a:t>• Supports Smart City and SDG-7 initiatives.</a:t>
            </a:r>
          </a:p>
          <a:p/>
          <a:p>
            <a:r>
              <a:t>Future Scope:</a:t>
            </a:r>
          </a:p>
          <a:p>
            <a:r>
              <a:t>• Integration with IoT for remote monitoring.</a:t>
            </a:r>
          </a:p>
          <a:p>
            <a:r>
              <a:t>• Solar-powered streetlights.</a:t>
            </a:r>
          </a:p>
          <a:p>
            <a:r>
              <a:t>• Motion-based dimming for further efficiency.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